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3" r:id="rId1"/>
  </p:sldMasterIdLst>
  <p:sldIdLst>
    <p:sldId id="256" r:id="rId2"/>
    <p:sldId id="257" r:id="rId3"/>
    <p:sldId id="258" r:id="rId4"/>
    <p:sldId id="259" r:id="rId5"/>
    <p:sldId id="260" r:id="rId6"/>
    <p:sldId id="266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44CBD78-492A-4D54-8632-6D37FE172DBB}">
          <p14:sldIdLst>
            <p14:sldId id="256"/>
            <p14:sldId id="257"/>
            <p14:sldId id="258"/>
            <p14:sldId id="259"/>
            <p14:sldId id="260"/>
            <p14:sldId id="266"/>
            <p14:sldId id="262"/>
            <p14:sldId id="263"/>
            <p14:sldId id="264"/>
            <p14:sldId id="265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mma kahoro" userId="0e8862a19e38f0e3" providerId="LiveId" clId="{CFBF3F92-7F95-48A3-8755-013915DD1A62}"/>
    <pc:docChg chg="undo custSel addSld delSld modSld sldOrd addSection delSection modSection">
      <pc:chgData name="emma kahoro" userId="0e8862a19e38f0e3" providerId="LiveId" clId="{CFBF3F92-7F95-48A3-8755-013915DD1A62}" dt="2025-12-23T07:52:23.440" v="3006" actId="14100"/>
      <pc:docMkLst>
        <pc:docMk/>
      </pc:docMkLst>
      <pc:sldChg chg="addSp modSp new mod">
        <pc:chgData name="emma kahoro" userId="0e8862a19e38f0e3" providerId="LiveId" clId="{CFBF3F92-7F95-48A3-8755-013915DD1A62}" dt="2025-12-23T07:49:03.648" v="2990" actId="14100"/>
        <pc:sldMkLst>
          <pc:docMk/>
          <pc:sldMk cId="342693852" sldId="256"/>
        </pc:sldMkLst>
        <pc:spChg chg="mod">
          <ac:chgData name="emma kahoro" userId="0e8862a19e38f0e3" providerId="LiveId" clId="{CFBF3F92-7F95-48A3-8755-013915DD1A62}" dt="2025-12-23T07:48:47.391" v="2988" actId="255"/>
          <ac:spMkLst>
            <pc:docMk/>
            <pc:sldMk cId="342693852" sldId="256"/>
            <ac:spMk id="2" creationId="{4DB97552-8411-BE39-090E-87CE8CC39646}"/>
          </ac:spMkLst>
        </pc:spChg>
        <pc:spChg chg="mod">
          <ac:chgData name="emma kahoro" userId="0e8862a19e38f0e3" providerId="LiveId" clId="{CFBF3F92-7F95-48A3-8755-013915DD1A62}" dt="2025-12-23T07:44:46.441" v="2919"/>
          <ac:spMkLst>
            <pc:docMk/>
            <pc:sldMk cId="342693852" sldId="256"/>
            <ac:spMk id="3" creationId="{A93D09A7-77A7-F4E3-A01B-52D239923FDE}"/>
          </ac:spMkLst>
        </pc:spChg>
        <pc:spChg chg="add mod">
          <ac:chgData name="emma kahoro" userId="0e8862a19e38f0e3" providerId="LiveId" clId="{CFBF3F92-7F95-48A3-8755-013915DD1A62}" dt="2025-12-23T07:48:16.250" v="2986" actId="20577"/>
          <ac:spMkLst>
            <pc:docMk/>
            <pc:sldMk cId="342693852" sldId="256"/>
            <ac:spMk id="8" creationId="{F38606FB-9C61-D558-4863-A258831DE6F6}"/>
          </ac:spMkLst>
        </pc:spChg>
        <pc:picChg chg="add mod ord">
          <ac:chgData name="emma kahoro" userId="0e8862a19e38f0e3" providerId="LiveId" clId="{CFBF3F92-7F95-48A3-8755-013915DD1A62}" dt="2025-12-23T07:47:23.325" v="2932" actId="29295"/>
          <ac:picMkLst>
            <pc:docMk/>
            <pc:sldMk cId="342693852" sldId="256"/>
            <ac:picMk id="5" creationId="{41FA58A3-12AF-3961-F363-681389ED26AB}"/>
          </ac:picMkLst>
        </pc:picChg>
        <pc:picChg chg="add mod">
          <ac:chgData name="emma kahoro" userId="0e8862a19e38f0e3" providerId="LiveId" clId="{CFBF3F92-7F95-48A3-8755-013915DD1A62}" dt="2025-12-23T07:49:03.648" v="2990" actId="14100"/>
          <ac:picMkLst>
            <pc:docMk/>
            <pc:sldMk cId="342693852" sldId="256"/>
            <ac:picMk id="7" creationId="{CFD90D61-1564-60C5-E459-E2DA9A0FB18F}"/>
          </ac:picMkLst>
        </pc:picChg>
      </pc:sldChg>
      <pc:sldChg chg="modSp new mod">
        <pc:chgData name="emma kahoro" userId="0e8862a19e38f0e3" providerId="LiveId" clId="{CFBF3F92-7F95-48A3-8755-013915DD1A62}" dt="2025-12-23T07:49:40.420" v="2993" actId="20577"/>
        <pc:sldMkLst>
          <pc:docMk/>
          <pc:sldMk cId="3153952352" sldId="257"/>
        </pc:sldMkLst>
        <pc:spChg chg="mod">
          <ac:chgData name="emma kahoro" userId="0e8862a19e38f0e3" providerId="LiveId" clId="{CFBF3F92-7F95-48A3-8755-013915DD1A62}" dt="2025-12-23T07:44:46.441" v="2919"/>
          <ac:spMkLst>
            <pc:docMk/>
            <pc:sldMk cId="3153952352" sldId="257"/>
            <ac:spMk id="2" creationId="{23BB4EE9-B35C-4BC6-EE2F-243B65BA2D8E}"/>
          </ac:spMkLst>
        </pc:spChg>
        <pc:spChg chg="mod">
          <ac:chgData name="emma kahoro" userId="0e8862a19e38f0e3" providerId="LiveId" clId="{CFBF3F92-7F95-48A3-8755-013915DD1A62}" dt="2025-12-23T07:49:40.420" v="2993" actId="20577"/>
          <ac:spMkLst>
            <pc:docMk/>
            <pc:sldMk cId="3153952352" sldId="257"/>
            <ac:spMk id="3" creationId="{58EFABE1-0DD0-6F43-EA6A-8774E57147A7}"/>
          </ac:spMkLst>
        </pc:spChg>
      </pc:sldChg>
      <pc:sldChg chg="modSp new mod">
        <pc:chgData name="emma kahoro" userId="0e8862a19e38f0e3" providerId="LiveId" clId="{CFBF3F92-7F95-48A3-8755-013915DD1A62}" dt="2025-12-23T07:50:28.323" v="2997" actId="20577"/>
        <pc:sldMkLst>
          <pc:docMk/>
          <pc:sldMk cId="260321153" sldId="258"/>
        </pc:sldMkLst>
        <pc:spChg chg="mod">
          <ac:chgData name="emma kahoro" userId="0e8862a19e38f0e3" providerId="LiveId" clId="{CFBF3F92-7F95-48A3-8755-013915DD1A62}" dt="2025-12-23T07:44:46.441" v="2919"/>
          <ac:spMkLst>
            <pc:docMk/>
            <pc:sldMk cId="260321153" sldId="258"/>
            <ac:spMk id="2" creationId="{8207DC70-9668-6294-6672-D9F0D6DC6D16}"/>
          </ac:spMkLst>
        </pc:spChg>
        <pc:spChg chg="mod">
          <ac:chgData name="emma kahoro" userId="0e8862a19e38f0e3" providerId="LiveId" clId="{CFBF3F92-7F95-48A3-8755-013915DD1A62}" dt="2025-12-23T07:50:28.323" v="2997" actId="20577"/>
          <ac:spMkLst>
            <pc:docMk/>
            <pc:sldMk cId="260321153" sldId="258"/>
            <ac:spMk id="3" creationId="{08FDA6D3-6AA1-8E17-CB80-7D48BCADA743}"/>
          </ac:spMkLst>
        </pc:spChg>
      </pc:sldChg>
      <pc:sldChg chg="addSp modSp new mod">
        <pc:chgData name="emma kahoro" userId="0e8862a19e38f0e3" providerId="LiveId" clId="{CFBF3F92-7F95-48A3-8755-013915DD1A62}" dt="2025-12-23T07:44:46.552" v="2920" actId="27636"/>
        <pc:sldMkLst>
          <pc:docMk/>
          <pc:sldMk cId="71906120" sldId="259"/>
        </pc:sldMkLst>
        <pc:spChg chg="mod">
          <ac:chgData name="emma kahoro" userId="0e8862a19e38f0e3" providerId="LiveId" clId="{CFBF3F92-7F95-48A3-8755-013915DD1A62}" dt="2025-12-23T05:37:48.377" v="910" actId="14100"/>
          <ac:spMkLst>
            <pc:docMk/>
            <pc:sldMk cId="71906120" sldId="259"/>
            <ac:spMk id="2" creationId="{AC877C8F-2567-E273-0F67-4D31869D22AC}"/>
          </ac:spMkLst>
        </pc:spChg>
        <pc:spChg chg="mod">
          <ac:chgData name="emma kahoro" userId="0e8862a19e38f0e3" providerId="LiveId" clId="{CFBF3F92-7F95-48A3-8755-013915DD1A62}" dt="2025-12-23T07:44:46.552" v="2920" actId="27636"/>
          <ac:spMkLst>
            <pc:docMk/>
            <pc:sldMk cId="71906120" sldId="259"/>
            <ac:spMk id="3" creationId="{83C1C3F1-9FB8-EA3C-3618-E25A320DB451}"/>
          </ac:spMkLst>
        </pc:spChg>
        <pc:picChg chg="add mod">
          <ac:chgData name="emma kahoro" userId="0e8862a19e38f0e3" providerId="LiveId" clId="{CFBF3F92-7F95-48A3-8755-013915DD1A62}" dt="2025-12-23T05:37:59.257" v="912" actId="14100"/>
          <ac:picMkLst>
            <pc:docMk/>
            <pc:sldMk cId="71906120" sldId="259"/>
            <ac:picMk id="5" creationId="{A207E2BC-DD88-97D3-27B9-73407A2703D7}"/>
          </ac:picMkLst>
        </pc:picChg>
      </pc:sldChg>
      <pc:sldChg chg="addSp delSp modSp new mod">
        <pc:chgData name="emma kahoro" userId="0e8862a19e38f0e3" providerId="LiveId" clId="{CFBF3F92-7F95-48A3-8755-013915DD1A62}" dt="2025-12-23T07:51:13.140" v="3000" actId="255"/>
        <pc:sldMkLst>
          <pc:docMk/>
          <pc:sldMk cId="2474641976" sldId="260"/>
        </pc:sldMkLst>
        <pc:spChg chg="mod">
          <ac:chgData name="emma kahoro" userId="0e8862a19e38f0e3" providerId="LiveId" clId="{CFBF3F92-7F95-48A3-8755-013915DD1A62}" dt="2025-12-23T07:02:01.966" v="1648" actId="14100"/>
          <ac:spMkLst>
            <pc:docMk/>
            <pc:sldMk cId="2474641976" sldId="260"/>
            <ac:spMk id="2" creationId="{1F1712E5-2951-54B1-2B8B-D1B1CD42F67A}"/>
          </ac:spMkLst>
        </pc:spChg>
        <pc:spChg chg="del">
          <ac:chgData name="emma kahoro" userId="0e8862a19e38f0e3" providerId="LiveId" clId="{CFBF3F92-7F95-48A3-8755-013915DD1A62}" dt="2025-12-23T05:44:54.724" v="1150" actId="3680"/>
          <ac:spMkLst>
            <pc:docMk/>
            <pc:sldMk cId="2474641976" sldId="260"/>
            <ac:spMk id="3" creationId="{4C97B4DE-F43C-AD14-782D-BFED6041C60E}"/>
          </ac:spMkLst>
        </pc:spChg>
        <pc:spChg chg="add mod">
          <ac:chgData name="emma kahoro" userId="0e8862a19e38f0e3" providerId="LiveId" clId="{CFBF3F92-7F95-48A3-8755-013915DD1A62}" dt="2025-12-23T07:51:13.140" v="3000" actId="255"/>
          <ac:spMkLst>
            <pc:docMk/>
            <pc:sldMk cId="2474641976" sldId="260"/>
            <ac:spMk id="5" creationId="{F84B0FAF-4FA3-FC86-54F1-B095882604B7}"/>
          </ac:spMkLst>
        </pc:spChg>
        <pc:graphicFrameChg chg="add mod ord modGraphic">
          <ac:chgData name="emma kahoro" userId="0e8862a19e38f0e3" providerId="LiveId" clId="{CFBF3F92-7F95-48A3-8755-013915DD1A62}" dt="2025-12-23T07:50:59.355" v="2999" actId="1076"/>
          <ac:graphicFrameMkLst>
            <pc:docMk/>
            <pc:sldMk cId="2474641976" sldId="260"/>
            <ac:graphicFrameMk id="4" creationId="{19ED895C-E59D-84F5-19CA-0FA0DCE51D29}"/>
          </ac:graphicFrameMkLst>
        </pc:graphicFrameChg>
      </pc:sldChg>
      <pc:sldChg chg="modSp new del mod">
        <pc:chgData name="emma kahoro" userId="0e8862a19e38f0e3" providerId="LiveId" clId="{CFBF3F92-7F95-48A3-8755-013915DD1A62}" dt="2025-12-23T07:37:31.736" v="2839" actId="2696"/>
        <pc:sldMkLst>
          <pc:docMk/>
          <pc:sldMk cId="3662316697" sldId="261"/>
        </pc:sldMkLst>
        <pc:spChg chg="mod">
          <ac:chgData name="emma kahoro" userId="0e8862a19e38f0e3" providerId="LiveId" clId="{CFBF3F92-7F95-48A3-8755-013915DD1A62}" dt="2025-12-23T05:42:29.220" v="1112" actId="20577"/>
          <ac:spMkLst>
            <pc:docMk/>
            <pc:sldMk cId="3662316697" sldId="261"/>
            <ac:spMk id="2" creationId="{69B07179-072B-2FBE-FF1A-F13B6558C112}"/>
          </ac:spMkLst>
        </pc:spChg>
        <pc:spChg chg="mod">
          <ac:chgData name="emma kahoro" userId="0e8862a19e38f0e3" providerId="LiveId" clId="{CFBF3F92-7F95-48A3-8755-013915DD1A62}" dt="2025-12-23T06:01:20.571" v="1465"/>
          <ac:spMkLst>
            <pc:docMk/>
            <pc:sldMk cId="3662316697" sldId="261"/>
            <ac:spMk id="3" creationId="{D701EA61-FEE3-1F75-6C74-6D132EF9EAA8}"/>
          </ac:spMkLst>
        </pc:spChg>
      </pc:sldChg>
      <pc:sldChg chg="addSp delSp modSp new mod">
        <pc:chgData name="emma kahoro" userId="0e8862a19e38f0e3" providerId="LiveId" clId="{CFBF3F92-7F95-48A3-8755-013915DD1A62}" dt="2025-12-23T07:51:43.133" v="3003" actId="20577"/>
        <pc:sldMkLst>
          <pc:docMk/>
          <pc:sldMk cId="2585563964" sldId="262"/>
        </pc:sldMkLst>
        <pc:spChg chg="mod">
          <ac:chgData name="emma kahoro" userId="0e8862a19e38f0e3" providerId="LiveId" clId="{CFBF3F92-7F95-48A3-8755-013915DD1A62}" dt="2025-12-23T07:10:49.377" v="1957" actId="20577"/>
          <ac:spMkLst>
            <pc:docMk/>
            <pc:sldMk cId="2585563964" sldId="262"/>
            <ac:spMk id="2" creationId="{B030463F-A060-20C6-8E77-4DC829AFD93D}"/>
          </ac:spMkLst>
        </pc:spChg>
        <pc:spChg chg="del">
          <ac:chgData name="emma kahoro" userId="0e8862a19e38f0e3" providerId="LiveId" clId="{CFBF3F92-7F95-48A3-8755-013915DD1A62}" dt="2025-12-23T06:44:30.619" v="1520" actId="22"/>
          <ac:spMkLst>
            <pc:docMk/>
            <pc:sldMk cId="2585563964" sldId="262"/>
            <ac:spMk id="3" creationId="{25EE7504-A2E9-26B0-0625-BD2F86D5AE9B}"/>
          </ac:spMkLst>
        </pc:spChg>
        <pc:spChg chg="add mod">
          <ac:chgData name="emma kahoro" userId="0e8862a19e38f0e3" providerId="LiveId" clId="{CFBF3F92-7F95-48A3-8755-013915DD1A62}" dt="2025-12-23T07:51:43.133" v="3003" actId="20577"/>
          <ac:spMkLst>
            <pc:docMk/>
            <pc:sldMk cId="2585563964" sldId="262"/>
            <ac:spMk id="7" creationId="{A0DC8E9A-1ABE-BDDF-5015-DC372934AED6}"/>
          </ac:spMkLst>
        </pc:spChg>
        <pc:picChg chg="add del mod ord">
          <ac:chgData name="emma kahoro" userId="0e8862a19e38f0e3" providerId="LiveId" clId="{CFBF3F92-7F95-48A3-8755-013915DD1A62}" dt="2025-12-23T06:50:33.530" v="1532" actId="21"/>
          <ac:picMkLst>
            <pc:docMk/>
            <pc:sldMk cId="2585563964" sldId="262"/>
            <ac:picMk id="5" creationId="{1EE9D24B-5D24-B635-CD0B-538A47279CD8}"/>
          </ac:picMkLst>
        </pc:picChg>
        <pc:picChg chg="add del mod">
          <ac:chgData name="emma kahoro" userId="0e8862a19e38f0e3" providerId="LiveId" clId="{CFBF3F92-7F95-48A3-8755-013915DD1A62}" dt="2025-12-23T06:58:43.840" v="1634" actId="478"/>
          <ac:picMkLst>
            <pc:docMk/>
            <pc:sldMk cId="2585563964" sldId="262"/>
            <ac:picMk id="9" creationId="{58C69C37-D0E8-E48A-1DFB-F11F806EC8EF}"/>
          </ac:picMkLst>
        </pc:picChg>
        <pc:picChg chg="add mod">
          <ac:chgData name="emma kahoro" userId="0e8862a19e38f0e3" providerId="LiveId" clId="{CFBF3F92-7F95-48A3-8755-013915DD1A62}" dt="2025-12-23T07:00:52.912" v="1643" actId="14100"/>
          <ac:picMkLst>
            <pc:docMk/>
            <pc:sldMk cId="2585563964" sldId="262"/>
            <ac:picMk id="11" creationId="{599399B6-6907-2391-B589-98ED0F24CFD6}"/>
          </ac:picMkLst>
        </pc:picChg>
      </pc:sldChg>
      <pc:sldChg chg="modSp new mod">
        <pc:chgData name="emma kahoro" userId="0e8862a19e38f0e3" providerId="LiveId" clId="{CFBF3F92-7F95-48A3-8755-013915DD1A62}" dt="2025-12-23T07:51:59.364" v="3004" actId="255"/>
        <pc:sldMkLst>
          <pc:docMk/>
          <pc:sldMk cId="35138653" sldId="263"/>
        </pc:sldMkLst>
        <pc:spChg chg="mod">
          <ac:chgData name="emma kahoro" userId="0e8862a19e38f0e3" providerId="LiveId" clId="{CFBF3F92-7F95-48A3-8755-013915DD1A62}" dt="2025-12-23T07:44:46.441" v="2919"/>
          <ac:spMkLst>
            <pc:docMk/>
            <pc:sldMk cId="35138653" sldId="263"/>
            <ac:spMk id="2" creationId="{230906C3-7A36-7D59-DAD6-6C957BF1650A}"/>
          </ac:spMkLst>
        </pc:spChg>
        <pc:spChg chg="mod">
          <ac:chgData name="emma kahoro" userId="0e8862a19e38f0e3" providerId="LiveId" clId="{CFBF3F92-7F95-48A3-8755-013915DD1A62}" dt="2025-12-23T07:51:59.364" v="3004" actId="255"/>
          <ac:spMkLst>
            <pc:docMk/>
            <pc:sldMk cId="35138653" sldId="263"/>
            <ac:spMk id="3" creationId="{6DBFA02E-562E-F12B-E2A0-0913C2945988}"/>
          </ac:spMkLst>
        </pc:spChg>
      </pc:sldChg>
      <pc:sldChg chg="modSp new mod">
        <pc:chgData name="emma kahoro" userId="0e8862a19e38f0e3" providerId="LiveId" clId="{CFBF3F92-7F95-48A3-8755-013915DD1A62}" dt="2025-12-23T07:52:23.440" v="3006" actId="14100"/>
        <pc:sldMkLst>
          <pc:docMk/>
          <pc:sldMk cId="1651576545" sldId="264"/>
        </pc:sldMkLst>
        <pc:spChg chg="mod">
          <ac:chgData name="emma kahoro" userId="0e8862a19e38f0e3" providerId="LiveId" clId="{CFBF3F92-7F95-48A3-8755-013915DD1A62}" dt="2025-12-23T07:44:46.441" v="2919"/>
          <ac:spMkLst>
            <pc:docMk/>
            <pc:sldMk cId="1651576545" sldId="264"/>
            <ac:spMk id="2" creationId="{36067D62-65C9-E3A7-5C74-0F86F03CD448}"/>
          </ac:spMkLst>
        </pc:spChg>
        <pc:spChg chg="mod">
          <ac:chgData name="emma kahoro" userId="0e8862a19e38f0e3" providerId="LiveId" clId="{CFBF3F92-7F95-48A3-8755-013915DD1A62}" dt="2025-12-23T07:52:23.440" v="3006" actId="14100"/>
          <ac:spMkLst>
            <pc:docMk/>
            <pc:sldMk cId="1651576545" sldId="264"/>
            <ac:spMk id="3" creationId="{8B6ABC9A-9166-5A7B-3ECD-B2173F2899F0}"/>
          </ac:spMkLst>
        </pc:spChg>
      </pc:sldChg>
      <pc:sldChg chg="new del">
        <pc:chgData name="emma kahoro" userId="0e8862a19e38f0e3" providerId="LiveId" clId="{CFBF3F92-7F95-48A3-8755-013915DD1A62}" dt="2025-12-23T07:27:21.300" v="2573" actId="2696"/>
        <pc:sldMkLst>
          <pc:docMk/>
          <pc:sldMk cId="105405075" sldId="265"/>
        </pc:sldMkLst>
      </pc:sldChg>
      <pc:sldChg chg="new del">
        <pc:chgData name="emma kahoro" userId="0e8862a19e38f0e3" providerId="LiveId" clId="{CFBF3F92-7F95-48A3-8755-013915DD1A62}" dt="2025-12-23T07:27:40.122" v="2575" actId="2696"/>
        <pc:sldMkLst>
          <pc:docMk/>
          <pc:sldMk cId="687761711" sldId="265"/>
        </pc:sldMkLst>
      </pc:sldChg>
      <pc:sldChg chg="addSp modSp new">
        <pc:chgData name="emma kahoro" userId="0e8862a19e38f0e3" providerId="LiveId" clId="{CFBF3F92-7F95-48A3-8755-013915DD1A62}" dt="2025-12-23T07:30:17.633" v="2577" actId="931"/>
        <pc:sldMkLst>
          <pc:docMk/>
          <pc:sldMk cId="3590879590" sldId="265"/>
        </pc:sldMkLst>
        <pc:picChg chg="add mod">
          <ac:chgData name="emma kahoro" userId="0e8862a19e38f0e3" providerId="LiveId" clId="{CFBF3F92-7F95-48A3-8755-013915DD1A62}" dt="2025-12-23T07:30:17.633" v="2577" actId="931"/>
          <ac:picMkLst>
            <pc:docMk/>
            <pc:sldMk cId="3590879590" sldId="265"/>
            <ac:picMk id="3" creationId="{1BE3C083-95C5-318B-25A8-10570A282AC7}"/>
          </ac:picMkLst>
        </pc:picChg>
      </pc:sldChg>
      <pc:sldChg chg="addSp delSp modSp new mod ord">
        <pc:chgData name="emma kahoro" userId="0e8862a19e38f0e3" providerId="LiveId" clId="{CFBF3F92-7F95-48A3-8755-013915DD1A62}" dt="2025-12-23T07:51:27.365" v="3002"/>
        <pc:sldMkLst>
          <pc:docMk/>
          <pc:sldMk cId="2821802870" sldId="266"/>
        </pc:sldMkLst>
        <pc:spChg chg="mod">
          <ac:chgData name="emma kahoro" userId="0e8862a19e38f0e3" providerId="LiveId" clId="{CFBF3F92-7F95-48A3-8755-013915DD1A62}" dt="2025-12-23T07:40:00.959" v="2884" actId="27636"/>
          <ac:spMkLst>
            <pc:docMk/>
            <pc:sldMk cId="2821802870" sldId="266"/>
            <ac:spMk id="2" creationId="{F78184C2-2717-402D-CDEC-4EA3BA767A3A}"/>
          </ac:spMkLst>
        </pc:spChg>
        <pc:spChg chg="add del mod">
          <ac:chgData name="emma kahoro" userId="0e8862a19e38f0e3" providerId="LiveId" clId="{CFBF3F92-7F95-48A3-8755-013915DD1A62}" dt="2025-12-23T07:44:46.567" v="2922" actId="27636"/>
          <ac:spMkLst>
            <pc:docMk/>
            <pc:sldMk cId="2821802870" sldId="266"/>
            <ac:spMk id="3" creationId="{29F7D654-DB03-CB34-F043-26EEEF01FFEB}"/>
          </ac:spMkLst>
        </pc:spChg>
        <pc:picChg chg="add del mod ord">
          <ac:chgData name="emma kahoro" userId="0e8862a19e38f0e3" providerId="LiveId" clId="{CFBF3F92-7F95-48A3-8755-013915DD1A62}" dt="2025-12-23T07:30:55.962" v="2582" actId="22"/>
          <ac:picMkLst>
            <pc:docMk/>
            <pc:sldMk cId="2821802870" sldId="266"/>
            <ac:picMk id="5" creationId="{456249E6-907E-4E4C-CB06-82410F32DEBC}"/>
          </ac:picMkLst>
        </pc:picChg>
        <pc:picChg chg="add del mod">
          <ac:chgData name="emma kahoro" userId="0e8862a19e38f0e3" providerId="LiveId" clId="{CFBF3F92-7F95-48A3-8755-013915DD1A62}" dt="2025-12-23T07:31:11.866" v="2601" actId="22"/>
          <ac:picMkLst>
            <pc:docMk/>
            <pc:sldMk cId="2821802870" sldId="266"/>
            <ac:picMk id="7" creationId="{BC1B8683-0C4B-3E42-AAD8-AAA5EA949237}"/>
          </ac:picMkLst>
        </pc:picChg>
        <pc:picChg chg="add mod">
          <ac:chgData name="emma kahoro" userId="0e8862a19e38f0e3" providerId="LiveId" clId="{CFBF3F92-7F95-48A3-8755-013915DD1A62}" dt="2025-12-23T07:37:06.895" v="2832" actId="14100"/>
          <ac:picMkLst>
            <pc:docMk/>
            <pc:sldMk cId="2821802870" sldId="266"/>
            <ac:picMk id="9" creationId="{D042192E-DF8A-5EAA-D650-874259E8ED6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C9672ADC-1F0E-4E0B-95A2-1829EF23016C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5FB81-E680-4335-9D7B-9E39318D86BB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69728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72ADC-1F0E-4E0B-95A2-1829EF23016C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5FB81-E680-4335-9D7B-9E39318D86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704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72ADC-1F0E-4E0B-95A2-1829EF23016C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5FB81-E680-4335-9D7B-9E39318D86BB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2108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72ADC-1F0E-4E0B-95A2-1829EF23016C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5FB81-E680-4335-9D7B-9E39318D86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9550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72ADC-1F0E-4E0B-95A2-1829EF23016C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5FB81-E680-4335-9D7B-9E39318D86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8302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72ADC-1F0E-4E0B-95A2-1829EF23016C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5FB81-E680-4335-9D7B-9E39318D86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243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72ADC-1F0E-4E0B-95A2-1829EF23016C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5FB81-E680-4335-9D7B-9E39318D86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676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72ADC-1F0E-4E0B-95A2-1829EF23016C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5FB81-E680-4335-9D7B-9E39318D86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1643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72ADC-1F0E-4E0B-95A2-1829EF23016C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5FB81-E680-4335-9D7B-9E39318D86BB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3900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72ADC-1F0E-4E0B-95A2-1829EF23016C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5FB81-E680-4335-9D7B-9E39318D86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092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72ADC-1F0E-4E0B-95A2-1829EF23016C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5FB81-E680-4335-9D7B-9E39318D86BB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6187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9672ADC-1F0E-4E0B-95A2-1829EF23016C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D8D5FB81-E680-4335-9D7B-9E39318D86BB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5704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4" r:id="rId1"/>
    <p:sldLayoutId id="2147483865" r:id="rId2"/>
    <p:sldLayoutId id="2147483866" r:id="rId3"/>
    <p:sldLayoutId id="2147483867" r:id="rId4"/>
    <p:sldLayoutId id="2147483868" r:id="rId5"/>
    <p:sldLayoutId id="2147483869" r:id="rId6"/>
    <p:sldLayoutId id="2147483870" r:id="rId7"/>
    <p:sldLayoutId id="2147483871" r:id="rId8"/>
    <p:sldLayoutId id="2147483872" r:id="rId9"/>
    <p:sldLayoutId id="2147483873" r:id="rId10"/>
    <p:sldLayoutId id="2147483874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pulse/stroke-diet-sneha-soni-dietitian-cde-nrqbc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coremarkins.com/health-benefit-trends-to-watch-in-2026/" TargetMode="Externa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lidekit.com/free-thank-you-any-questions-templates/" TargetMode="External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1FA58A3-12AF-3961-F363-681389ED26A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0"/>
            <a:ext cx="12192000" cy="684905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B97552-8411-BE39-090E-87CE8CC396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4680857"/>
            <a:ext cx="7772400" cy="1742320"/>
          </a:xfrm>
        </p:spPr>
        <p:txBody>
          <a:bodyPr>
            <a:normAutofit/>
          </a:bodyPr>
          <a:lstStyle/>
          <a:p>
            <a:r>
              <a:rPr lang="en-US" sz="7200" dirty="0">
                <a:solidFill>
                  <a:schemeClr val="tx1"/>
                </a:solidFill>
              </a:rPr>
              <a:t>STROKE RISK PREDICTION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3D09A7-77A7-F4E3-A01B-52D239923FD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USING MACHINE LEARNING MODELS TO PREDICT STROKE RISK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FD90D61-1564-60C5-E459-E2DA9A0FB1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0" y="0"/>
            <a:ext cx="12192000" cy="462431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38606FB-9C61-D558-4863-A258831DE6F6}"/>
              </a:ext>
            </a:extLst>
          </p:cNvPr>
          <p:cNvSpPr txBox="1"/>
          <p:nvPr/>
        </p:nvSpPr>
        <p:spPr>
          <a:xfrm>
            <a:off x="0" y="6423177"/>
            <a:ext cx="3331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Emma Kahoro| Data Scientist</a:t>
            </a:r>
          </a:p>
        </p:txBody>
      </p:sp>
    </p:spTree>
    <p:extLst>
      <p:ext uri="{BB962C8B-B14F-4D97-AF65-F5344CB8AC3E}">
        <p14:creationId xmlns:p14="http://schemas.microsoft.com/office/powerpoint/2010/main" val="3426938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B4EE9-B35C-4BC6-EE2F-243B65BA2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EFABE1-0DD0-6F43-EA6A-8774E5714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Stroke is an NCD occurring when blood flow to the brain is interrupted.</a:t>
            </a:r>
          </a:p>
          <a:p>
            <a:endParaRPr lang="en-US" sz="2400" dirty="0"/>
          </a:p>
          <a:p>
            <a:r>
              <a:rPr lang="en-US" sz="2400" dirty="0"/>
              <a:t>Stroke is the 2</a:t>
            </a:r>
            <a:r>
              <a:rPr lang="en-US" sz="2400" baseline="30000" dirty="0"/>
              <a:t>nd</a:t>
            </a:r>
            <a:r>
              <a:rPr lang="en-US" sz="2400" dirty="0"/>
              <a:t> leading cause of death attributing to 11% of total deaths (WHO).</a:t>
            </a:r>
          </a:p>
          <a:p>
            <a:endParaRPr lang="en-US" sz="2400" dirty="0"/>
          </a:p>
          <a:p>
            <a:r>
              <a:rPr lang="en-US" sz="2400" dirty="0"/>
              <a:t>Screening can help early detection, guide preventive intervention and public health action to control the disease.</a:t>
            </a:r>
          </a:p>
        </p:txBody>
      </p:sp>
    </p:spTree>
    <p:extLst>
      <p:ext uri="{BB962C8B-B14F-4D97-AF65-F5344CB8AC3E}">
        <p14:creationId xmlns:p14="http://schemas.microsoft.com/office/powerpoint/2010/main" val="31539523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7DC70-9668-6294-6672-D9F0D6DC6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FDA6D3-6AA1-8E17-CB80-7D48BCADA7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Main Objective</a:t>
            </a:r>
          </a:p>
          <a:p>
            <a:r>
              <a:rPr lang="en-US" dirty="0"/>
              <a:t>To build and evaluate supervised machine learning models for stroke classification using healthcare data.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Specific objectives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Identify stroke risk factors.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Optimize recall/sensitivity to ≥ 90%.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Clinical Utility of the best model.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3211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77C8F-2567-E273-0F67-4D31869D2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41161"/>
          </a:xfrm>
        </p:spPr>
        <p:txBody>
          <a:bodyPr/>
          <a:lstStyle/>
          <a:p>
            <a:r>
              <a:rPr lang="en-US" dirty="0"/>
              <a:t>Stroke Risk Factors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C1C3F1-9FB8-EA3C-3618-E25A320DB4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6914"/>
            <a:ext cx="10515600" cy="5055961"/>
          </a:xfrm>
        </p:spPr>
        <p:txBody>
          <a:bodyPr>
            <a:normAutofit fontScale="92500" lnSpcReduction="10000"/>
          </a:bodyPr>
          <a:lstStyle/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Demographic Risk -</a:t>
            </a:r>
            <a:r>
              <a:rPr lang="en-US" dirty="0"/>
              <a:t> Age</a:t>
            </a:r>
          </a:p>
          <a:p>
            <a:r>
              <a:rPr lang="en-US" b="1" dirty="0"/>
              <a:t>Clinical Risk </a:t>
            </a:r>
            <a:r>
              <a:rPr lang="en-US" dirty="0"/>
              <a:t>– Hypertension, High glucose level</a:t>
            </a:r>
          </a:p>
          <a:p>
            <a:endParaRPr lang="en-US" dirty="0"/>
          </a:p>
        </p:txBody>
      </p:sp>
      <p:pic>
        <p:nvPicPr>
          <p:cNvPr id="5" name="Picture 4" descr="A purple and pink graph&#10;&#10;AI-generated content may be incorrect.">
            <a:extLst>
              <a:ext uri="{FF2B5EF4-FFF2-40B4-BE49-F238E27FC236}">
                <a16:creationId xmlns:a16="http://schemas.microsoft.com/office/drawing/2014/main" id="{A207E2BC-DD88-97D3-27B9-73407A2703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829" y="1143001"/>
            <a:ext cx="7522028" cy="4024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9061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712E5-2951-54B1-2B8B-D1B1CD42F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08504"/>
          </a:xfrm>
        </p:spPr>
        <p:txBody>
          <a:bodyPr/>
          <a:lstStyle/>
          <a:p>
            <a:r>
              <a:rPr lang="en-US" dirty="0"/>
              <a:t>Model Performance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9ED895C-E59D-84F5-19CA-0FA0DCE51D2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16724388"/>
              </p:ext>
            </p:extLst>
          </p:nvPr>
        </p:nvGraphicFramePr>
        <p:xfrm>
          <a:off x="1002167" y="1414909"/>
          <a:ext cx="9720263" cy="352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11771">
                  <a:extLst>
                    <a:ext uri="{9D8B030D-6E8A-4147-A177-3AD203B41FA5}">
                      <a16:colId xmlns:a16="http://schemas.microsoft.com/office/drawing/2014/main" val="4175136364"/>
                    </a:ext>
                  </a:extLst>
                </a:gridCol>
                <a:gridCol w="2062789">
                  <a:extLst>
                    <a:ext uri="{9D8B030D-6E8A-4147-A177-3AD203B41FA5}">
                      <a16:colId xmlns:a16="http://schemas.microsoft.com/office/drawing/2014/main" val="117874778"/>
                    </a:ext>
                  </a:extLst>
                </a:gridCol>
                <a:gridCol w="1931979">
                  <a:extLst>
                    <a:ext uri="{9D8B030D-6E8A-4147-A177-3AD203B41FA5}">
                      <a16:colId xmlns:a16="http://schemas.microsoft.com/office/drawing/2014/main" val="2252770350"/>
                    </a:ext>
                  </a:extLst>
                </a:gridCol>
                <a:gridCol w="2213724">
                  <a:extLst>
                    <a:ext uri="{9D8B030D-6E8A-4147-A177-3AD203B41FA5}">
                      <a16:colId xmlns:a16="http://schemas.microsoft.com/office/drawing/2014/main" val="731823549"/>
                    </a:ext>
                  </a:extLst>
                </a:gridCol>
              </a:tblGrid>
              <a:tr h="577472">
                <a:tc>
                  <a:txBody>
                    <a:bodyPr/>
                    <a:lstStyle/>
                    <a:p>
                      <a:r>
                        <a:rPr lang="en-US" dirty="0"/>
                        <a:t>Model</a:t>
                      </a:r>
                    </a:p>
                  </a:txBody>
                  <a:tcPr marL="84524" marR="84524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Accuracy</a:t>
                      </a:r>
                    </a:p>
                  </a:txBody>
                  <a:tcPr marL="84524" marR="84524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Recall(Sensitivity)</a:t>
                      </a:r>
                    </a:p>
                  </a:txBody>
                  <a:tcPr marL="84524" marR="84524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F1 - score</a:t>
                      </a:r>
                    </a:p>
                  </a:txBody>
                  <a:tcPr marL="84524" marR="84524"/>
                </a:tc>
                <a:extLst>
                  <a:ext uri="{0D108BD9-81ED-4DB2-BD59-A6C34878D82A}">
                    <a16:rowId xmlns:a16="http://schemas.microsoft.com/office/drawing/2014/main" val="2263620996"/>
                  </a:ext>
                </a:extLst>
              </a:tr>
              <a:tr h="577472">
                <a:tc>
                  <a:txBody>
                    <a:bodyPr/>
                    <a:lstStyle/>
                    <a:p>
                      <a:r>
                        <a:rPr lang="en-US" dirty="0"/>
                        <a:t>Logistic Regression(Balanced Classes)</a:t>
                      </a:r>
                    </a:p>
                  </a:txBody>
                  <a:tcPr marL="84524" marR="84524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0.75</a:t>
                      </a:r>
                    </a:p>
                  </a:txBody>
                  <a:tcPr marL="84524" marR="84524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0.73</a:t>
                      </a:r>
                    </a:p>
                  </a:txBody>
                  <a:tcPr marL="84524" marR="84524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0.25</a:t>
                      </a:r>
                    </a:p>
                  </a:txBody>
                  <a:tcPr marL="84524" marR="84524"/>
                </a:tc>
                <a:extLst>
                  <a:ext uri="{0D108BD9-81ED-4DB2-BD59-A6C34878D82A}">
                    <a16:rowId xmlns:a16="http://schemas.microsoft.com/office/drawing/2014/main" val="1903247435"/>
                  </a:ext>
                </a:extLst>
              </a:tr>
              <a:tr h="577472">
                <a:tc>
                  <a:txBody>
                    <a:bodyPr/>
                    <a:lstStyle/>
                    <a:p>
                      <a:r>
                        <a:rPr lang="en-US" dirty="0"/>
                        <a:t>Lasso Regression</a:t>
                      </a:r>
                    </a:p>
                  </a:txBody>
                  <a:tcPr marL="84524" marR="84524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0.75</a:t>
                      </a:r>
                    </a:p>
                  </a:txBody>
                  <a:tcPr marL="84524" marR="84524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0.73</a:t>
                      </a:r>
                    </a:p>
                  </a:txBody>
                  <a:tcPr marL="84524" marR="84524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0.29</a:t>
                      </a:r>
                    </a:p>
                  </a:txBody>
                  <a:tcPr marL="84524" marR="84524"/>
                </a:tc>
                <a:extLst>
                  <a:ext uri="{0D108BD9-81ED-4DB2-BD59-A6C34878D82A}">
                    <a16:rowId xmlns:a16="http://schemas.microsoft.com/office/drawing/2014/main" val="29133784"/>
                  </a:ext>
                </a:extLst>
              </a:tr>
              <a:tr h="577472">
                <a:tc>
                  <a:txBody>
                    <a:bodyPr/>
                    <a:lstStyle/>
                    <a:p>
                      <a:r>
                        <a:rPr lang="en-US" dirty="0"/>
                        <a:t>Decision Tree</a:t>
                      </a:r>
                    </a:p>
                  </a:txBody>
                  <a:tcPr marL="84524" marR="84524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0.80</a:t>
                      </a:r>
                    </a:p>
                  </a:txBody>
                  <a:tcPr marL="84524" marR="84524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0.63</a:t>
                      </a:r>
                    </a:p>
                  </a:txBody>
                  <a:tcPr marL="84524" marR="84524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0.27</a:t>
                      </a:r>
                    </a:p>
                  </a:txBody>
                  <a:tcPr marL="84524" marR="84524"/>
                </a:tc>
                <a:extLst>
                  <a:ext uri="{0D108BD9-81ED-4DB2-BD59-A6C34878D82A}">
                    <a16:rowId xmlns:a16="http://schemas.microsoft.com/office/drawing/2014/main" val="2744918692"/>
                  </a:ext>
                </a:extLst>
              </a:tr>
              <a:tr h="577472">
                <a:tc>
                  <a:txBody>
                    <a:bodyPr/>
                    <a:lstStyle/>
                    <a:p>
                      <a:r>
                        <a:rPr lang="en-US" b="1" dirty="0"/>
                        <a:t>Decision Tree(0.3 Threshold)</a:t>
                      </a:r>
                    </a:p>
                  </a:txBody>
                  <a:tcPr marL="84524" marR="84524"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0.52</a:t>
                      </a:r>
                    </a:p>
                  </a:txBody>
                  <a:tcPr marL="84524" marR="84524"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0.93</a:t>
                      </a:r>
                    </a:p>
                  </a:txBody>
                  <a:tcPr marL="84524" marR="84524"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0.18</a:t>
                      </a:r>
                    </a:p>
                  </a:txBody>
                  <a:tcPr marL="84524" marR="84524"/>
                </a:tc>
                <a:extLst>
                  <a:ext uri="{0D108BD9-81ED-4DB2-BD59-A6C34878D82A}">
                    <a16:rowId xmlns:a16="http://schemas.microsoft.com/office/drawing/2014/main" val="3050577602"/>
                  </a:ext>
                </a:extLst>
              </a:tr>
              <a:tr h="577472">
                <a:tc>
                  <a:txBody>
                    <a:bodyPr/>
                    <a:lstStyle/>
                    <a:p>
                      <a:r>
                        <a:rPr lang="en-US" dirty="0"/>
                        <a:t>SMOTE(0.2 Threshold)</a:t>
                      </a:r>
                    </a:p>
                  </a:txBody>
                  <a:tcPr marL="84524" marR="84524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0.74</a:t>
                      </a:r>
                    </a:p>
                  </a:txBody>
                  <a:tcPr marL="84524" marR="84524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0.71</a:t>
                      </a:r>
                    </a:p>
                  </a:txBody>
                  <a:tcPr marL="84524" marR="84524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0.24</a:t>
                      </a:r>
                    </a:p>
                  </a:txBody>
                  <a:tcPr marL="84524" marR="84524"/>
                </a:tc>
                <a:extLst>
                  <a:ext uri="{0D108BD9-81ED-4DB2-BD59-A6C34878D82A}">
                    <a16:rowId xmlns:a16="http://schemas.microsoft.com/office/drawing/2014/main" val="311561079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84B0FAF-4FA3-FC86-54F1-B095882604B7}"/>
              </a:ext>
            </a:extLst>
          </p:cNvPr>
          <p:cNvSpPr txBox="1"/>
          <p:nvPr/>
        </p:nvSpPr>
        <p:spPr>
          <a:xfrm>
            <a:off x="838201" y="5584371"/>
            <a:ext cx="10515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Recall is the best metric to use;</a:t>
            </a:r>
          </a:p>
          <a:p>
            <a:r>
              <a:rPr lang="en-US" sz="2000" dirty="0"/>
              <a:t>It is better to have a false positive than a missed positive case, further tests can be done to be sure.</a:t>
            </a:r>
          </a:p>
          <a:p>
            <a:r>
              <a:rPr lang="en-US" sz="2000" dirty="0"/>
              <a:t>The best model is the decision tree with the 0.3 threshold.</a:t>
            </a:r>
          </a:p>
        </p:txBody>
      </p:sp>
    </p:spTree>
    <p:extLst>
      <p:ext uri="{BB962C8B-B14F-4D97-AF65-F5344CB8AC3E}">
        <p14:creationId xmlns:p14="http://schemas.microsoft.com/office/powerpoint/2010/main" val="24746419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184C2-2717-402D-CDEC-4EA3BA767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82625"/>
          </a:xfrm>
        </p:spPr>
        <p:txBody>
          <a:bodyPr>
            <a:normAutofit fontScale="90000"/>
          </a:bodyPr>
          <a:lstStyle/>
          <a:p>
            <a:r>
              <a:rPr lang="en-US" dirty="0"/>
              <a:t>ROC/AUC Curves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F7D654-DB03-CB34-F043-26EEEF01FF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9570"/>
            <a:ext cx="10515600" cy="5388429"/>
          </a:xfrm>
        </p:spPr>
        <p:txBody>
          <a:bodyPr>
            <a:normAutofit lnSpcReduction="10000"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Lasso Model provided the best balance of AUC(0.84). </a:t>
            </a:r>
          </a:p>
          <a:p>
            <a:r>
              <a:rPr lang="en-US" dirty="0"/>
              <a:t>Decision tree maintained a high AUC(0.80) while meeting a recall of &gt;90%.</a:t>
            </a:r>
          </a:p>
          <a:p>
            <a:endParaRPr lang="en-US" dirty="0"/>
          </a:p>
        </p:txBody>
      </p:sp>
      <p:pic>
        <p:nvPicPr>
          <p:cNvPr id="9" name="Picture 8" descr="A graph of a logistic regression&#10;&#10;AI-generated content may be incorrect.">
            <a:extLst>
              <a:ext uri="{FF2B5EF4-FFF2-40B4-BE49-F238E27FC236}">
                <a16:creationId xmlns:a16="http://schemas.microsoft.com/office/drawing/2014/main" id="{D042192E-DF8A-5EAA-D650-874259E8ED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373" y="1047750"/>
            <a:ext cx="9757060" cy="4340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8028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0463F-A060-20C6-8E77-4DC829AFD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3189"/>
          </a:xfrm>
        </p:spPr>
        <p:txBody>
          <a:bodyPr/>
          <a:lstStyle/>
          <a:p>
            <a:r>
              <a:rPr lang="en-US" dirty="0"/>
              <a:t>Decision Tree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0DC8E9A-1ABE-BDDF-5015-DC372934AE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9457"/>
            <a:ext cx="10515600" cy="5393418"/>
          </a:xfrm>
        </p:spPr>
        <p:txBody>
          <a:bodyPr>
            <a:normAutofit fontScale="92500" lnSpcReduction="20000"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In older individuals stroke driven by age and glucose levels. </a:t>
            </a:r>
          </a:p>
          <a:p>
            <a:r>
              <a:rPr lang="en-US" dirty="0"/>
              <a:t>For younger populations, the model confidently classifies most cases as non-stroke using BMI.</a:t>
            </a:r>
          </a:p>
        </p:txBody>
      </p:sp>
      <p:pic>
        <p:nvPicPr>
          <p:cNvPr id="11" name="Picture 10" descr="A computer screen shot of a computer screen&#10;&#10;AI-generated content may be incorrect.">
            <a:extLst>
              <a:ext uri="{FF2B5EF4-FFF2-40B4-BE49-F238E27FC236}">
                <a16:creationId xmlns:a16="http://schemas.microsoft.com/office/drawing/2014/main" id="{599399B6-6907-2391-B589-98ED0F24CF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915" y="1099457"/>
            <a:ext cx="9130393" cy="4071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5639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906C3-7A36-7D59-DAD6-6C957BF16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Clinical Utility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BFA02E-562E-F12B-E2A0-0913C29459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The model is best used for screening stroke cases.</a:t>
            </a:r>
          </a:p>
          <a:p>
            <a:endParaRPr lang="en-US" sz="2400" dirty="0"/>
          </a:p>
          <a:p>
            <a:r>
              <a:rPr lang="en-US" sz="2400" dirty="0"/>
              <a:t>Age, blood pressure and glucose levels can be used to flag individuals for further tests.</a:t>
            </a:r>
          </a:p>
          <a:p>
            <a:r>
              <a:rPr lang="en-US" sz="2400" dirty="0"/>
              <a:t>The 30% threshold aims to ensure that as many as possible stroke cases are detected with even 30% chance of a positive case.</a:t>
            </a:r>
          </a:p>
          <a:p>
            <a:r>
              <a:rPr lang="en-US" sz="2400" dirty="0"/>
              <a:t>Due to high false-positive rate (precision), this should be a risk flagging tool rather than a diagnostic tool.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386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67D62-65C9-E3A7-5C74-0F86F03CD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Recommendations &amp;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6ABC9A-9166-5A7B-3ECD-B2173F2899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1796143"/>
            <a:ext cx="9720073" cy="4513217"/>
          </a:xfrm>
        </p:spPr>
        <p:txBody>
          <a:bodyPr/>
          <a:lstStyle/>
          <a:p>
            <a:r>
              <a:rPr lang="en-US" sz="2400" dirty="0"/>
              <a:t>1.  The model is highly effective as a preliminary screening mechanism for patient intake portals.</a:t>
            </a:r>
          </a:p>
          <a:p>
            <a:endParaRPr lang="en-US" sz="2400" dirty="0"/>
          </a:p>
          <a:p>
            <a:r>
              <a:rPr lang="en-US" sz="2400" dirty="0"/>
              <a:t>2.  Flagged individuals should immediately receive blood pressure and glucose screenings.</a:t>
            </a:r>
          </a:p>
          <a:p>
            <a:endParaRPr lang="en-US" sz="2400" dirty="0"/>
          </a:p>
          <a:p>
            <a:r>
              <a:rPr lang="en-US" sz="2400" dirty="0"/>
              <a:t>3.  Because of the high false-positive rate, this tool should be used for risk-flagging only, not as a definitive medical diagnosis.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15765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BE3C083-95C5-318B-25A8-10570A282A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087959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4468</TotalTime>
  <Words>411</Words>
  <Application>Microsoft Office PowerPoint</Application>
  <PresentationFormat>Widescreen</PresentationFormat>
  <Paragraphs>97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Tw Cen MT</vt:lpstr>
      <vt:lpstr>Tw Cen MT Condensed</vt:lpstr>
      <vt:lpstr>Wingdings</vt:lpstr>
      <vt:lpstr>Wingdings 3</vt:lpstr>
      <vt:lpstr>Integral</vt:lpstr>
      <vt:lpstr>STROKE RISK PREDICTION</vt:lpstr>
      <vt:lpstr>INTRODUTION</vt:lpstr>
      <vt:lpstr>OBJECTIVES</vt:lpstr>
      <vt:lpstr>Stroke Risk Factors</vt:lpstr>
      <vt:lpstr>Model Performance</vt:lpstr>
      <vt:lpstr>ROC/AUC Curves</vt:lpstr>
      <vt:lpstr>Decision Tree</vt:lpstr>
      <vt:lpstr>Clinical Utility</vt:lpstr>
      <vt:lpstr>Recommendations &amp; 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emma kahoro</dc:creator>
  <cp:lastModifiedBy>emma kahoro</cp:lastModifiedBy>
  <cp:revision>1</cp:revision>
  <dcterms:created xsi:type="dcterms:W3CDTF">2025-12-20T05:32:22Z</dcterms:created>
  <dcterms:modified xsi:type="dcterms:W3CDTF">2025-12-23T08:01:02Z</dcterms:modified>
</cp:coreProperties>
</file>